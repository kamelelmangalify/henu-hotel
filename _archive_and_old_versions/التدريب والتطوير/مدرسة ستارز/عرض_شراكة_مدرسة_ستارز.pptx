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389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1828800"/>
            <a:ext cx="2743200" cy="2743200"/>
          </a:xfrm>
          <a:prstGeom prst="ellipse">
            <a:avLst/>
          </a:prstGeom>
          <a:solidFill>
            <a:srgbClr val="065F4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731520"/>
            <a:ext cx="18288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فندق هينو HENU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005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303520" y="731520"/>
            <a:ext cx="1828800" cy="9144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0" y="822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🏫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مدرسة ستارز الفندقية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استراتيجية لبناء الكوادر الفندقية المستقبلية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مبادرة التدريب والتطوير المهني المشترك لتأهيل الطلاب ميدانياً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أغسطس 2026م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E8A418-9014-749A-12C9-EA99C766D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48" y="457545"/>
            <a:ext cx="2514504" cy="14623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رؤية وأهداف الشراكة الاستراتيجية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تأسيس تعاون متكامل يربط بين التعليم الأكاديمي والخبرة المهنية لخلق مهارات فندقية استثنائية.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45720" cy="2926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A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🎓 تجسير الفجوة التعليمية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تمكين الطلاب من تطبيق المناهج الفندقية النظرية التي يدرسونها في المدرسة داخل بيئة تشغيل حقيقية وحيوية بفندق هينو (26-27 غرفة).</a:t>
            </a:r>
            <a:endParaRPr lang="en-US" sz="1100" dirty="0"/>
          </a:p>
          <a:p>
            <a:pPr marL="0" indent="0" algn="r">
              <a:buNone/>
            </a:pP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يسرع عملية اندماجهم العملي في سوق العمل ويكسر هيبة البدايات المهنية لديهم.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1463040"/>
            <a:ext cx="45720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🌟 تأصيل معايير الجودة والانضباط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غرس الروح الفندقية الراقية والانضباط الأخلاقي والمهني في سلوكيات الطلاب، مع التركيز التام على إرضاء النزيل وجودة الخدمة وخصوصية العمل الفندقي.</a:t>
            </a:r>
            <a:endParaRPr lang="en-US" sz="1100" dirty="0"/>
          </a:p>
          <a:p>
            <a:pPr marL="0" indent="0" algn="r">
              <a:buNone/>
            </a:pP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تدريبهم على مهارات المظهر وحسن التحدث وسرعة التصرف الإيجابي مع شكاوى النزلاء.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نموذج المنفعة الثلاثية المشتركة (Win-Win-Win)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إستراتيجية تشغيلية مستدامة تحقق عوائد وفوائد ملموسة لجميع الأطراف المعنية بالشراكة.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65176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2468880" cy="45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👨‍🎓 المتدرب (الطالب)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اكتساب خبرة حقيقية موثقة بسوق العمل الفندقي.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مكافأة مالية شهرية تغطي نفقات التشجيع والانتقال.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أولوية توظيف بعد التخرج وشهادة خبرة معتمدة.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5176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4688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🏫 مدرسة ستارز الفندقية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رفع تصنيف وكفاءة خريجي المدرسة الفنية عملياً.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دعاية تسويقية ممتازة للمدرسة وزيادة إقبال الطلاب.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بناء علاقة مستدامة مع منشأة سياحية رائدة.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🏨 فندق هينو (HENU)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قوة تشغيلية حيوية ونشيطة بتكاليف تشغيل معقولة.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مصفاة طبيعية لفرز واقتناص أفضل الكفاءات لتعيينها.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تأسيس مركز ريادي لتطوير وتوريد عمالة فندقية.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برنامج التدريب الدوار (9 أيام)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يبدأ الطالب بالدوران على أقسام الفندق الثلاثة الرئيسية بمعدل 3 أيام في كل قسم لاكتشاف مهاراته واهتماماته.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468880" cy="457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🛎️ قسم الاستقبال والترحيب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1: كود المظهر الفندقي، قواعد الترحيب بالنزلاء والهيكل الأمامي.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2: فهم دورة النزيل (Check-in/out)، الاتصال الداخلي والتنسيق.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3: مهارات الهاتف الفندقي والتعامل الأولي مع الطلبات والاستفسارات.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4688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🧹 الإشراف الداخلي والتدبير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1: التعرف على أدوات ومواد النظافة الأمنة وتوزيع الغرف وقواعد السلامة.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2: التدريب العملي لترتيب الأسرّة وتنظيف الغرف وتوفير المستلزمات.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3: العمل بقسم المغسلة وفحص جودة الغرفة وجاهزيتها للنزلاء.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3108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🍽️ قسم الخدمة (F&amp;B)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1: قواعد النظافة الشخصية والتعرف على ترتيب طاولات المطعم (Setup).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2: بروتوكول التقديم (Service) وفهم قائمة الطعام وتدوين الطلبات.</a:t>
            </a:r>
            <a:endParaRPr lang="en-US" sz="950" dirty="0"/>
          </a:p>
          <a:p>
            <a:pPr marL="0" indent="0" algn="r">
              <a:buNone/>
            </a:pP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3: مهارات تنظيف الطاولات (Busboy)، خدمة الغرف وإدارة الشكاوى.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آلية التقييم والتصفية والاستبقاء والفرز المهني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معايير تقييم صارمة وعادلة لضمان جودة الخدمة وانتقاء الكفاءات الجديرة بالتعيين.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التقييم الأسبوعي: يقوم رئيس القسم المباشر بملء نموذج تقييم أسبوعي (المظهر، الالتزام، الأخلاقيات، الإنتاجية).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التخصيص بعد 9 أيام: يتم توجيه الطالب للقسم الأنسب لرغبته التشغيلية وتقييم رؤساء الأقسام.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تصفية المقصرين: الطلاب غير الملتزمين بالانضباط والسرية يتم إنهاء تدريبهم فوراً بالتنسيق مع المدرسة.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657600" cy="1280160"/>
          </a:xfrm>
          <a:prstGeom prst="roundRect">
            <a:avLst/>
          </a:prstGeom>
          <a:solidFill>
            <a:srgbClr val="200A0A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717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 الاستغناء التلقائي لغير الملتزمين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CA5A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يضمن الفندق إبعاد المتدربين غير الجادين فوراً لحماية سمعة الفندق، والمحافظة على راحة النزلاء في فندق هينو.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657600" cy="1463040"/>
          </a:xfrm>
          <a:prstGeom prst="roundRect">
            <a:avLst/>
          </a:prstGeom>
          <a:solidFill>
            <a:srgbClr val="06201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🟢 الاحتفاظ بالصفوة وتوظيفهم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الطلاب المتميزون يحصلون على شهادات معتمدة، ويتم تعيينهم فوراً بالفندق بعقود عمل مؤقتة أو دائمة عند توفر شواغر، مع ترشيحهم للفنادق الصديقة.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الرؤية المستقبلية للتوسع والتطوير والشراكة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تطوير الشراكة لتصبح منصة إقليمية معتمدة لتدريب وتوريد العمالة المؤهلة للقطاع السياحي بالكامل.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657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0A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💼 مكتب توريد العمالة المدربة (التوظيف)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تحويل فندق هينو لمظلة ومركز لتصدير العمالة المعتمدة.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تجميع المتدربين المتميزين وتوريدهم للفنادق الكبرى الصديقة.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تحقيق عوائد مالية تشغيلية للفندق عبر عقود توظيف وتوريد.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ترسيخ اسم المدرسة كرافد أساسي موثوق لعمالة الفنادق.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6576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🏫 الأكاديمية الصيفية (دورات لغير الطلاب)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تقديم دورات تدريبية مكثفة (برسوم مدفوعة) لراغبي العمل بالسياحة من خارج خريجي المدرسة.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التدريس النظري والمحاضرات تتم داخل فصول مدرسة ستارز.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التدريب والتطبيق العملي المكثف يتم داخل أروقة فندق هينو.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تقسيم إيرادات الدورات بنسب توافقية بين المدرسة والفندق.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الإطار اللوجيستي والمكافآت والغطاء القانوني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توفير بيئة تدريب آمنة وقانونية تحفز الطلاب على الإنتاجية والالتزام المهني.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💵 مكافأة التدريب التشجيعية: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صرف مكافأة شهرية مناسبة للمتدرب تغطي نفقات انتقاله الشخصية وتحفزه على الإنتاج والاستمرار.</a:t>
            </a:r>
            <a:endParaRPr lang="en-US" sz="1000" dirty="0"/>
          </a:p>
          <a:p>
            <a:pPr marL="0" indent="0" algn="r">
              <a:buNone/>
            </a:pP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🍔 المزايا العينية الفندقية: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توفير وجبات غذائية متكاملة أثناء شفت التدريب، وتوفير الزي الموحد (Uniform) المخصص لكل قسم.</a:t>
            </a:r>
            <a:endParaRPr lang="en-US" sz="1000" dirty="0"/>
          </a:p>
          <a:p>
            <a:pPr marL="0" indent="0" algn="r">
              <a:buNone/>
            </a:pP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⚖️ الغطاء القانوني والامتثال: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توقيع "عقد تشغيل أطفال وموافقة ولي أمر" للطلاب القصر، ونموذج "عقد عمل مؤقت وتعهد فندقي" للطلاب البالغين.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657600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نموذج تقديري لميزانية التدريب (5 طلاب)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افتراض دفعة تدريبية مكونة من 5 طلاب شهرياً: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إجمالي مكافآت الطلاب (1500 ج.م / طالب):  7,500 ج.م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التكلفة التقديرية للوجبات والزي (500 ج.م / طالب):  2,500 ج.م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-----------------------------------------------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إجمالي تكلفة المبادرة التشغيلية شهرياً:  10,000 ج.م</a:t>
            </a:r>
            <a:endParaRPr lang="en-US" sz="1050" dirty="0"/>
          </a:p>
          <a:p>
            <a:pPr marL="0" indent="0" algn="r">
              <a:buNone/>
            </a:pP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 القيمة التشغيلية المضافة: سد شواغر تشغيلية هامة في الريسبشن والسيرفس والهاوس كيبنج بقيمة إنتاجية متميزة وتكلفة معقولة.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F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تفعيل الشراكة والخطوات التنفيذية القادمة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طريق واضحة ومحددة لبدء تفعيل التعاون بشكل فوري وعملي.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شراكة فندق هينو &amp; مدرسة ستارز الفندقية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HENU Hotel | Stars School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26517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1280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وتطوير المقترح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مناقشة وتعديل هذا المقترح الفني واللوجيستي والمالي وإقراره من إدارة الفندق.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645920"/>
            <a:ext cx="26517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1280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43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توقيع بروتوكول التعاون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صياغة اتفاقية تعاون إطارية رسمية وتوقيعها مع مدرسة ستارز وصياغة العقود القانونية.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6517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78040" y="1280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4F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انطلاق الدفعة الأولى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2860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توزيع وتعيين المتدربين داخل الفندق وبدء فترة التدوير (9 أيام) ثم التخصص العملي.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✨ تمنياتنا بالتوفيق والنجاح لهذه الشراكة المثمرة 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992</Words>
  <Application>Microsoft Office PowerPoint</Application>
  <PresentationFormat>On-screen Show (16:9)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Cairo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HENU Hotel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شراكة فندق هينو ومدرسة ستارز الفندقية</dc:title>
  <dc:subject>مقترح شراكة تدريبية</dc:subject>
  <dc:creator>فندق هينو</dc:creator>
  <cp:lastModifiedBy>Kamel Elmangalify</cp:lastModifiedBy>
  <cp:revision>2</cp:revision>
  <dcterms:created xsi:type="dcterms:W3CDTF">2026-08-12T10:50:53Z</dcterms:created>
  <dcterms:modified xsi:type="dcterms:W3CDTF">2026-08-12T10:57:11Z</dcterms:modified>
</cp:coreProperties>
</file>